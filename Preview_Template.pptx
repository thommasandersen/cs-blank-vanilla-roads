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75" d="100"/>
          <a:sy n="75" d="100"/>
        </p:scale>
        <p:origin x="1182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B0C6-5277-4890-BB14-A9C0B490D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DF6B1-2B55-41CB-ABE0-A3C56A4B1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9E0D4-A2A3-4CA2-98B3-E6667D66B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2F3D1-5F92-4640-A152-E92E7BD5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17C58-CDBB-439E-A258-78D285EE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1386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D1715-EB40-43FE-AB78-47F5B3F9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3956A-AFAF-4C83-90C3-81DA1CC9D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3527-B544-47D7-A96B-F9B8A9C91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689E1-C81D-43BF-97CF-9B8AB357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A608A-45A3-463C-AC06-C3FCCB4E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2813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10CE-3038-4E51-AC47-C7B81758F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81211-317B-488E-BBE0-6B4DF8A91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DAF6B-E5C2-4829-B972-3298D61A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FBA74-D1D2-49AF-9ADD-CD3E42C4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FE3A0-D161-439C-AACE-CF2ED6484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089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31DFC-8F19-42D9-B831-1927524C5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724AF-9D42-4544-B208-86053C5C4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BD22B-942D-4836-AECC-32F81ECD3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41FBF-EB54-4396-8843-C129A43B4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66217-E191-48C0-99B3-F54F875E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999FC-3A51-43DD-A9DC-B8603B25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791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7FD6-F346-456E-B822-01DD922E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1BB06-620D-4186-BFD0-7BD69E394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3579F-35C4-4F6B-9DEB-F959A0569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5EA97-EAD1-4180-8825-637C2C276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6A3C0-4A90-4326-AC76-AC1612056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EA9AF8-232E-4B34-AC18-E5B9F8DD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1F99F6-CED3-4009-AEB0-98F27EEC3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712295-F010-4906-8871-81563636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6946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709B1-C167-4274-A20B-DEDC8ABA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641C5D-C206-4CC6-9F72-6C2125B4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EFD63-3756-41C2-A340-83584F051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B29B-2159-4592-90F5-818C528B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5868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50766-B7D5-4CC5-93FF-E9998EB7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250D3-0992-4228-865E-7D33426A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A486A-34F8-48C0-9F13-0418C0C5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4212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00917-0089-43C2-89B7-AF212446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E8060-85E5-47DF-9A24-096F852AC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402EE-1349-483C-A22A-7861AB127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279CE-64E5-46A5-990C-B822DF23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28E73-FA2D-46B2-B31E-8BFBC66A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1985A-37A9-4E03-96CC-5AA9600F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17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FB18-540F-49DC-A64E-6980163A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77952-1FEC-4775-B65B-58FB15A8D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7EB57-EA93-48DC-B868-19D982E7A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56519-7951-4FCB-8F52-2FE61A7F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9DFF3-B639-4E03-AC4D-CE535B041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F51DC-2C31-4044-9F11-F8826C954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5110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C450-1A4E-4147-9368-305D7543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9C7B2-C616-446F-B97D-EC9697F06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3197F-9CA7-44F3-BC0C-6BD298933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E0A0F-6903-44CC-A9A9-5801CE15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A9A59-9BBE-4683-9C3E-DF9836B1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0021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C1702-2A50-4306-9C35-05B14C320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C246C-1457-492E-9A02-4092D0791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9D032-69A4-4EC3-9F78-DA9F8B18C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68212-987A-46C1-954F-EC67EFF6B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FEB98-F6A5-4226-A930-A9035E09D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800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C1AD7B-199B-45E0-BDA4-92EAF4AD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4FE71-4B63-49B4-89F1-C6740F8A0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F78C5-7D23-4FB1-8748-2BF8DAA96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24646-EF78-4F81-96DA-3F12289B027B}" type="datetimeFigureOut">
              <a:rPr lang="nb-NO" smtClean="0"/>
              <a:t>02.04.2021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453E0-45D1-4222-8701-462E9CD6F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C3B1F-C2D4-45E9-A08E-3B073F5A3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BAC59-23D2-44FF-B269-7DB56C0C262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63272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F961C23-D044-4437-BC99-42CBBDA38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050" y="1619657"/>
            <a:ext cx="1038225" cy="714375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4" name="Flowchart: Data 3">
            <a:extLst>
              <a:ext uri="{FF2B5EF4-FFF2-40B4-BE49-F238E27FC236}">
                <a16:creationId xmlns:a16="http://schemas.microsoft.com/office/drawing/2014/main" id="{A20A26C6-EB29-4343-B6E3-99904BA2D571}"/>
              </a:ext>
            </a:extLst>
          </p:cNvPr>
          <p:cNvSpPr/>
          <p:nvPr/>
        </p:nvSpPr>
        <p:spPr>
          <a:xfrm flipH="1">
            <a:off x="4610545" y="1544593"/>
            <a:ext cx="2465758" cy="3768811"/>
          </a:xfrm>
          <a:prstGeom prst="flowChartInputOutput">
            <a:avLst/>
          </a:prstGeom>
          <a:solidFill>
            <a:schemeClr val="accent2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AB763-7F19-4F45-BF39-F1A5DE64C181}"/>
              </a:ext>
            </a:extLst>
          </p:cNvPr>
          <p:cNvSpPr txBox="1"/>
          <p:nvPr/>
        </p:nvSpPr>
        <p:spPr>
          <a:xfrm>
            <a:off x="5231008" y="1619657"/>
            <a:ext cx="1080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6000" b="1" dirty="0"/>
              <a:t>BR</a:t>
            </a:r>
            <a:endParaRPr lang="nb-NO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25FC63-C5D3-419E-8911-FC18D7A241E5}"/>
              </a:ext>
            </a:extLst>
          </p:cNvPr>
          <p:cNvCxnSpPr>
            <a:cxnSpLocks/>
          </p:cNvCxnSpPr>
          <p:nvPr/>
        </p:nvCxnSpPr>
        <p:spPr>
          <a:xfrm flipH="1" flipV="1">
            <a:off x="2226470" y="1919287"/>
            <a:ext cx="178158" cy="267379"/>
          </a:xfrm>
          <a:prstGeom prst="straightConnector1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61000">
                  <a:schemeClr val="tx1"/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miter lim="800000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8C32FF-1BAF-4185-A46F-26F5C4CBAF25}"/>
              </a:ext>
            </a:extLst>
          </p:cNvPr>
          <p:cNvCxnSpPr>
            <a:cxnSpLocks/>
          </p:cNvCxnSpPr>
          <p:nvPr/>
        </p:nvCxnSpPr>
        <p:spPr>
          <a:xfrm flipH="1" flipV="1">
            <a:off x="6180095" y="2787718"/>
            <a:ext cx="263610" cy="2067697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ata 18">
            <a:extLst>
              <a:ext uri="{FF2B5EF4-FFF2-40B4-BE49-F238E27FC236}">
                <a16:creationId xmlns:a16="http://schemas.microsoft.com/office/drawing/2014/main" id="{AAFC5F38-E180-4122-9E4E-58660FFAE9B6}"/>
              </a:ext>
            </a:extLst>
          </p:cNvPr>
          <p:cNvSpPr/>
          <p:nvPr/>
        </p:nvSpPr>
        <p:spPr>
          <a:xfrm flipH="1">
            <a:off x="4610545" y="1544593"/>
            <a:ext cx="2465758" cy="3768811"/>
          </a:xfrm>
          <a:prstGeom prst="flowChartInputOutput">
            <a:avLst/>
          </a:prstGeom>
          <a:noFill/>
          <a:ln w="34925">
            <a:solidFill>
              <a:schemeClr val="tx1"/>
            </a:solidFill>
            <a:prstDash val="lgDash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6B989FA-7912-4452-A009-AE160CA19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337" y="3327082"/>
            <a:ext cx="1038225" cy="71437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D28F71-BB8F-4E89-BDF9-A8A4D276C582}"/>
              </a:ext>
            </a:extLst>
          </p:cNvPr>
          <p:cNvCxnSpPr>
            <a:cxnSpLocks/>
          </p:cNvCxnSpPr>
          <p:nvPr/>
        </p:nvCxnSpPr>
        <p:spPr>
          <a:xfrm flipH="1" flipV="1">
            <a:off x="9559769" y="3327082"/>
            <a:ext cx="236693" cy="409575"/>
          </a:xfrm>
          <a:prstGeom prst="straightConnector1">
            <a:avLst/>
          </a:prstGeom>
          <a:ln w="444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3DB0417-C4A9-4ED4-A8DD-513DDCC7347B}"/>
              </a:ext>
            </a:extLst>
          </p:cNvPr>
          <p:cNvSpPr txBox="1"/>
          <p:nvPr/>
        </p:nvSpPr>
        <p:spPr>
          <a:xfrm>
            <a:off x="8172449" y="78581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BR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98551D-8E88-4CCE-903C-E4C09F88EFEB}"/>
              </a:ext>
            </a:extLst>
          </p:cNvPr>
          <p:cNvSpPr/>
          <p:nvPr/>
        </p:nvSpPr>
        <p:spPr>
          <a:xfrm rot="19554870">
            <a:off x="1938101" y="1627655"/>
            <a:ext cx="261421" cy="33103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SlantDown">
              <a:avLst/>
            </a:prstTxWarp>
            <a:spAutoFit/>
          </a:bodyPr>
          <a:lstStyle/>
          <a:p>
            <a:pPr algn="ctr"/>
            <a:r>
              <a:rPr lang="nb-NO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</a:t>
            </a:r>
            <a:endParaRPr lang="nb-NO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598D34-2BDF-4EFB-B444-9FD01C1B247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038000" y="1919287"/>
            <a:ext cx="178158" cy="267379"/>
          </a:xfrm>
          <a:prstGeom prst="straightConnector1">
            <a:avLst/>
          </a:prstGeom>
          <a:ln w="22225">
            <a:gradFill flip="none" rotWithShape="1">
              <a:gsLst>
                <a:gs pos="0">
                  <a:schemeClr val="tx1"/>
                </a:gs>
                <a:gs pos="61000">
                  <a:schemeClr val="tx1"/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miter lim="800000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28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E1F9B97B-BD19-46F9-AAB7-453F32717F32}"/>
              </a:ext>
            </a:extLst>
          </p:cNvPr>
          <p:cNvSpPr/>
          <p:nvPr/>
        </p:nvSpPr>
        <p:spPr>
          <a:xfrm>
            <a:off x="2871858" y="3619500"/>
            <a:ext cx="5840215" cy="1476375"/>
          </a:xfrm>
          <a:prstGeom prst="snip1Rect">
            <a:avLst/>
          </a:prstGeo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3600" b="1" dirty="0">
                <a:solidFill>
                  <a:schemeClr val="tx1"/>
                </a:solidFill>
              </a:rPr>
              <a:t>Blank Roads</a:t>
            </a:r>
          </a:p>
        </p:txBody>
      </p:sp>
    </p:spTree>
    <p:extLst>
      <p:ext uri="{BB962C8B-B14F-4D97-AF65-F5344CB8AC3E}">
        <p14:creationId xmlns:p14="http://schemas.microsoft.com/office/powerpoint/2010/main" val="3989817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70664D-690C-4516-9046-5D2E0686C1FE}"/>
              </a:ext>
            </a:extLst>
          </p:cNvPr>
          <p:cNvSpPr txBox="1"/>
          <p:nvPr/>
        </p:nvSpPr>
        <p:spPr>
          <a:xfrm>
            <a:off x="1263650" y="1511300"/>
            <a:ext cx="8642350" cy="646331"/>
          </a:xfrm>
          <a:prstGeom prst="rect">
            <a:avLst/>
          </a:prstGeom>
          <a:gradFill>
            <a:gsLst>
              <a:gs pos="0">
                <a:srgbClr val="00B0F0"/>
              </a:gs>
              <a:gs pos="50000">
                <a:schemeClr val="accent5">
                  <a:satMod val="110000"/>
                  <a:lumMod val="100000"/>
                  <a:shade val="100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nb-NO" sz="3600" dirty="0">
                <a:latin typeface="OCR A Extended" panose="02010509020102010303" pitchFamily="50" charset="0"/>
              </a:rPr>
              <a:t>Vanilla Blank Roads Edition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45CAAB-E9C6-4420-9829-CCE2DDBF6CE8}"/>
              </a:ext>
            </a:extLst>
          </p:cNvPr>
          <p:cNvSpPr/>
          <p:nvPr/>
        </p:nvSpPr>
        <p:spPr>
          <a:xfrm>
            <a:off x="3181350" y="3168650"/>
            <a:ext cx="7004050" cy="15317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latin typeface="OCR A Extended" panose="02010509020102010303" pitchFamily="50" charset="0"/>
              </a:rPr>
              <a:t>Highway Ramp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814E159-0287-4E36-BA00-7E2A33350C8B}"/>
              </a:ext>
            </a:extLst>
          </p:cNvPr>
          <p:cNvSpPr/>
          <p:nvPr/>
        </p:nvSpPr>
        <p:spPr>
          <a:xfrm>
            <a:off x="8848725" y="3256383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092455C-A4BA-4893-82CD-07019FE27CAC}"/>
              </a:ext>
            </a:extLst>
          </p:cNvPr>
          <p:cNvCxnSpPr>
            <a:cxnSpLocks/>
          </p:cNvCxnSpPr>
          <p:nvPr/>
        </p:nvCxnSpPr>
        <p:spPr>
          <a:xfrm flipV="1">
            <a:off x="9369425" y="3305175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521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0D6C5-4062-4EDB-B44D-9A4CCDC83206}"/>
              </a:ext>
            </a:extLst>
          </p:cNvPr>
          <p:cNvSpPr/>
          <p:nvPr/>
        </p:nvSpPr>
        <p:spPr>
          <a:xfrm>
            <a:off x="6169770" y="741783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B2B3BC1-A6A6-4208-AB44-4B5C71EFB9CC}"/>
              </a:ext>
            </a:extLst>
          </p:cNvPr>
          <p:cNvCxnSpPr>
            <a:cxnSpLocks/>
          </p:cNvCxnSpPr>
          <p:nvPr/>
        </p:nvCxnSpPr>
        <p:spPr>
          <a:xfrm flipV="1">
            <a:off x="7088975" y="79057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1B1074B-C582-453F-A0DD-935E347C5BE0}"/>
              </a:ext>
            </a:extLst>
          </p:cNvPr>
          <p:cNvCxnSpPr>
            <a:cxnSpLocks/>
          </p:cNvCxnSpPr>
          <p:nvPr/>
        </p:nvCxnSpPr>
        <p:spPr>
          <a:xfrm>
            <a:off x="6303162" y="79057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FB20BB-873F-4CC8-B8D6-C604F4940CBD}"/>
              </a:ext>
            </a:extLst>
          </p:cNvPr>
          <p:cNvCxnSpPr>
            <a:cxnSpLocks/>
          </p:cNvCxnSpPr>
          <p:nvPr/>
        </p:nvCxnSpPr>
        <p:spPr>
          <a:xfrm flipV="1">
            <a:off x="6698407" y="79057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CDDF596-2CAB-4F7E-A4FA-E232AFCA20AC}"/>
              </a:ext>
            </a:extLst>
          </p:cNvPr>
          <p:cNvSpPr/>
          <p:nvPr/>
        </p:nvSpPr>
        <p:spPr>
          <a:xfrm>
            <a:off x="3345610" y="741783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85AA5B-D4D6-4A95-81F1-1F8B2C08500E}"/>
              </a:ext>
            </a:extLst>
          </p:cNvPr>
          <p:cNvCxnSpPr>
            <a:cxnSpLocks/>
          </p:cNvCxnSpPr>
          <p:nvPr/>
        </p:nvCxnSpPr>
        <p:spPr>
          <a:xfrm flipV="1">
            <a:off x="4021885" y="790575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D2C1C9-544E-4368-B9CB-4868169012C5}"/>
              </a:ext>
            </a:extLst>
          </p:cNvPr>
          <p:cNvCxnSpPr>
            <a:cxnSpLocks/>
          </p:cNvCxnSpPr>
          <p:nvPr/>
        </p:nvCxnSpPr>
        <p:spPr>
          <a:xfrm>
            <a:off x="3731372" y="790575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47F2DD-C9CE-4BB5-AF9F-189FA0F4504F}"/>
              </a:ext>
            </a:extLst>
          </p:cNvPr>
          <p:cNvCxnSpPr>
            <a:cxnSpLocks/>
          </p:cNvCxnSpPr>
          <p:nvPr/>
        </p:nvCxnSpPr>
        <p:spPr>
          <a:xfrm flipV="1">
            <a:off x="3440859" y="790575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825FB6-8DBE-439B-B392-C1A559827003}"/>
              </a:ext>
            </a:extLst>
          </p:cNvPr>
          <p:cNvCxnSpPr>
            <a:cxnSpLocks/>
          </p:cNvCxnSpPr>
          <p:nvPr/>
        </p:nvCxnSpPr>
        <p:spPr>
          <a:xfrm flipV="1">
            <a:off x="4312397" y="790575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938D88-C078-4121-B3F3-D3B8170FAE3A}"/>
              </a:ext>
            </a:extLst>
          </p:cNvPr>
          <p:cNvCxnSpPr>
            <a:cxnSpLocks/>
          </p:cNvCxnSpPr>
          <p:nvPr/>
        </p:nvCxnSpPr>
        <p:spPr>
          <a:xfrm flipV="1">
            <a:off x="6850850" y="79057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340EB4-0B76-4D0E-B024-3B284EA0DE23}"/>
              </a:ext>
            </a:extLst>
          </p:cNvPr>
          <p:cNvCxnSpPr>
            <a:cxnSpLocks/>
          </p:cNvCxnSpPr>
          <p:nvPr/>
        </p:nvCxnSpPr>
        <p:spPr>
          <a:xfrm>
            <a:off x="6531762" y="79057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5592DEE-17E6-40B5-B052-32ABF87DA2F7}"/>
              </a:ext>
            </a:extLst>
          </p:cNvPr>
          <p:cNvSpPr/>
          <p:nvPr/>
        </p:nvSpPr>
        <p:spPr>
          <a:xfrm>
            <a:off x="1909677" y="4189833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A144B22-4F48-4575-A548-3ADF47FFAC8F}"/>
              </a:ext>
            </a:extLst>
          </p:cNvPr>
          <p:cNvCxnSpPr>
            <a:cxnSpLocks/>
          </p:cNvCxnSpPr>
          <p:nvPr/>
        </p:nvCxnSpPr>
        <p:spPr>
          <a:xfrm flipV="1">
            <a:off x="2828882" y="423862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A6F284-6B84-4A3A-BBF5-D55112152776}"/>
              </a:ext>
            </a:extLst>
          </p:cNvPr>
          <p:cNvCxnSpPr>
            <a:cxnSpLocks/>
          </p:cNvCxnSpPr>
          <p:nvPr/>
        </p:nvCxnSpPr>
        <p:spPr>
          <a:xfrm>
            <a:off x="2043069" y="423862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65A1D5-E653-4649-8C75-3924F06744C6}"/>
              </a:ext>
            </a:extLst>
          </p:cNvPr>
          <p:cNvCxnSpPr>
            <a:cxnSpLocks/>
          </p:cNvCxnSpPr>
          <p:nvPr/>
        </p:nvCxnSpPr>
        <p:spPr>
          <a:xfrm flipV="1">
            <a:off x="2566945" y="423862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752928E-A7D1-454A-9BB0-67BD838C56BF}"/>
              </a:ext>
            </a:extLst>
          </p:cNvPr>
          <p:cNvCxnSpPr>
            <a:cxnSpLocks/>
          </p:cNvCxnSpPr>
          <p:nvPr/>
        </p:nvCxnSpPr>
        <p:spPr>
          <a:xfrm>
            <a:off x="2305007" y="423862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DF2A86D-854F-42B7-9819-9D1E3754A3DC}"/>
              </a:ext>
            </a:extLst>
          </p:cNvPr>
          <p:cNvSpPr/>
          <p:nvPr/>
        </p:nvSpPr>
        <p:spPr>
          <a:xfrm>
            <a:off x="4757690" y="2465808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B3C4A2-51AB-4748-BA0C-1C2686CBEF35}"/>
              </a:ext>
            </a:extLst>
          </p:cNvPr>
          <p:cNvCxnSpPr>
            <a:cxnSpLocks/>
          </p:cNvCxnSpPr>
          <p:nvPr/>
        </p:nvCxnSpPr>
        <p:spPr>
          <a:xfrm flipV="1">
            <a:off x="5676895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7CE3DA2-2B9B-4285-BDD3-67505107A746}"/>
              </a:ext>
            </a:extLst>
          </p:cNvPr>
          <p:cNvCxnSpPr>
            <a:cxnSpLocks/>
          </p:cNvCxnSpPr>
          <p:nvPr/>
        </p:nvCxnSpPr>
        <p:spPr>
          <a:xfrm>
            <a:off x="4891082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C342174-E566-4A05-9E49-577CB12362DD}"/>
              </a:ext>
            </a:extLst>
          </p:cNvPr>
          <p:cNvSpPr/>
          <p:nvPr/>
        </p:nvSpPr>
        <p:spPr>
          <a:xfrm>
            <a:off x="3343230" y="2465808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956B89D-F44A-4AE4-A8B3-2E6E1FEA125F}"/>
              </a:ext>
            </a:extLst>
          </p:cNvPr>
          <p:cNvCxnSpPr>
            <a:cxnSpLocks/>
          </p:cNvCxnSpPr>
          <p:nvPr/>
        </p:nvCxnSpPr>
        <p:spPr>
          <a:xfrm flipV="1">
            <a:off x="4019505" y="2514600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8529A96-F49C-48D6-87F0-9A50DCD33683}"/>
              </a:ext>
            </a:extLst>
          </p:cNvPr>
          <p:cNvCxnSpPr>
            <a:cxnSpLocks/>
          </p:cNvCxnSpPr>
          <p:nvPr/>
        </p:nvCxnSpPr>
        <p:spPr>
          <a:xfrm flipV="1">
            <a:off x="3728992" y="2514600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DADE1B-432F-4443-BC5C-96B13F604905}"/>
              </a:ext>
            </a:extLst>
          </p:cNvPr>
          <p:cNvCxnSpPr>
            <a:cxnSpLocks/>
          </p:cNvCxnSpPr>
          <p:nvPr/>
        </p:nvCxnSpPr>
        <p:spPr>
          <a:xfrm flipV="1">
            <a:off x="3438479" y="2514600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AC6BD6-797E-4BE5-AE5C-F6EC8D5D25CE}"/>
              </a:ext>
            </a:extLst>
          </p:cNvPr>
          <p:cNvCxnSpPr>
            <a:cxnSpLocks/>
          </p:cNvCxnSpPr>
          <p:nvPr/>
        </p:nvCxnSpPr>
        <p:spPr>
          <a:xfrm flipV="1">
            <a:off x="4310017" y="2514600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C9A294-AC9B-45B7-96CE-1F25D9C08DBE}"/>
              </a:ext>
            </a:extLst>
          </p:cNvPr>
          <p:cNvCxnSpPr>
            <a:cxnSpLocks/>
          </p:cNvCxnSpPr>
          <p:nvPr/>
        </p:nvCxnSpPr>
        <p:spPr>
          <a:xfrm flipV="1">
            <a:off x="5362571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B8EA9A-8DE8-4D5F-B921-2ECCE332B176}"/>
              </a:ext>
            </a:extLst>
          </p:cNvPr>
          <p:cNvCxnSpPr>
            <a:cxnSpLocks/>
          </p:cNvCxnSpPr>
          <p:nvPr/>
        </p:nvCxnSpPr>
        <p:spPr>
          <a:xfrm>
            <a:off x="5048245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B935E47-EFC6-46E4-A85C-654739F57E29}"/>
              </a:ext>
            </a:extLst>
          </p:cNvPr>
          <p:cNvSpPr/>
          <p:nvPr/>
        </p:nvSpPr>
        <p:spPr>
          <a:xfrm>
            <a:off x="3343230" y="4189833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BF2F528-D11D-4E47-9AEB-275C5A26C9E0}"/>
              </a:ext>
            </a:extLst>
          </p:cNvPr>
          <p:cNvCxnSpPr>
            <a:cxnSpLocks/>
          </p:cNvCxnSpPr>
          <p:nvPr/>
        </p:nvCxnSpPr>
        <p:spPr>
          <a:xfrm flipV="1">
            <a:off x="4262435" y="423862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2D95792-35F1-4483-9815-3689F4F742BA}"/>
              </a:ext>
            </a:extLst>
          </p:cNvPr>
          <p:cNvCxnSpPr>
            <a:cxnSpLocks/>
          </p:cNvCxnSpPr>
          <p:nvPr/>
        </p:nvCxnSpPr>
        <p:spPr>
          <a:xfrm flipV="1">
            <a:off x="3476622" y="423862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D84650A-CFFC-46E3-91DF-145C0D59F552}"/>
              </a:ext>
            </a:extLst>
          </p:cNvPr>
          <p:cNvCxnSpPr>
            <a:cxnSpLocks/>
          </p:cNvCxnSpPr>
          <p:nvPr/>
        </p:nvCxnSpPr>
        <p:spPr>
          <a:xfrm flipV="1">
            <a:off x="4000498" y="423862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6B2B0D3-1D6B-48F2-9778-541AA34B72F9}"/>
              </a:ext>
            </a:extLst>
          </p:cNvPr>
          <p:cNvCxnSpPr>
            <a:cxnSpLocks/>
          </p:cNvCxnSpPr>
          <p:nvPr/>
        </p:nvCxnSpPr>
        <p:spPr>
          <a:xfrm flipV="1">
            <a:off x="3738560" y="423862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3B05A2C-AEFC-4F66-8146-33D61222595D}"/>
              </a:ext>
            </a:extLst>
          </p:cNvPr>
          <p:cNvSpPr/>
          <p:nvPr/>
        </p:nvSpPr>
        <p:spPr>
          <a:xfrm>
            <a:off x="1933530" y="741783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796AB8F-1FBA-4BF8-B3CF-285BF66C81EC}"/>
              </a:ext>
            </a:extLst>
          </p:cNvPr>
          <p:cNvCxnSpPr>
            <a:cxnSpLocks/>
          </p:cNvCxnSpPr>
          <p:nvPr/>
        </p:nvCxnSpPr>
        <p:spPr>
          <a:xfrm flipV="1">
            <a:off x="2686005" y="790575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5271FC7-0F6F-4176-831B-EE1E1ACB0215}"/>
              </a:ext>
            </a:extLst>
          </p:cNvPr>
          <p:cNvCxnSpPr>
            <a:cxnSpLocks/>
          </p:cNvCxnSpPr>
          <p:nvPr/>
        </p:nvCxnSpPr>
        <p:spPr>
          <a:xfrm>
            <a:off x="2185943" y="790575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1E90DC3-B259-4A6A-9889-5BD651B5AC3B}"/>
              </a:ext>
            </a:extLst>
          </p:cNvPr>
          <p:cNvSpPr/>
          <p:nvPr/>
        </p:nvSpPr>
        <p:spPr>
          <a:xfrm>
            <a:off x="1928768" y="2465808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4410BDA-31D2-465C-97B1-3A85B1EA64F3}"/>
              </a:ext>
            </a:extLst>
          </p:cNvPr>
          <p:cNvCxnSpPr>
            <a:cxnSpLocks/>
          </p:cNvCxnSpPr>
          <p:nvPr/>
        </p:nvCxnSpPr>
        <p:spPr>
          <a:xfrm flipV="1">
            <a:off x="2681243" y="2514600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577E22D-DF54-464C-BC44-8D2FCE7140DE}"/>
              </a:ext>
            </a:extLst>
          </p:cNvPr>
          <p:cNvCxnSpPr>
            <a:cxnSpLocks/>
          </p:cNvCxnSpPr>
          <p:nvPr/>
        </p:nvCxnSpPr>
        <p:spPr>
          <a:xfrm flipH="1" flipV="1">
            <a:off x="2181181" y="2514600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3E6C2F1-E4D7-4613-BFF8-852831954FD2}"/>
              </a:ext>
            </a:extLst>
          </p:cNvPr>
          <p:cNvSpPr/>
          <p:nvPr/>
        </p:nvSpPr>
        <p:spPr>
          <a:xfrm>
            <a:off x="4757690" y="741783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9002745-0C8A-4D2B-B3EB-20A673167835}"/>
              </a:ext>
            </a:extLst>
          </p:cNvPr>
          <p:cNvCxnSpPr>
            <a:cxnSpLocks/>
          </p:cNvCxnSpPr>
          <p:nvPr/>
        </p:nvCxnSpPr>
        <p:spPr>
          <a:xfrm flipV="1">
            <a:off x="5676895" y="79057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858DF1-CB60-4FD7-8FB2-AED3AE6D10FB}"/>
              </a:ext>
            </a:extLst>
          </p:cNvPr>
          <p:cNvCxnSpPr>
            <a:cxnSpLocks/>
          </p:cNvCxnSpPr>
          <p:nvPr/>
        </p:nvCxnSpPr>
        <p:spPr>
          <a:xfrm>
            <a:off x="4891082" y="79057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0C57330-B2C9-436D-B0B9-876DAA339118}"/>
              </a:ext>
            </a:extLst>
          </p:cNvPr>
          <p:cNvCxnSpPr>
            <a:cxnSpLocks/>
          </p:cNvCxnSpPr>
          <p:nvPr/>
        </p:nvCxnSpPr>
        <p:spPr>
          <a:xfrm flipV="1">
            <a:off x="5414958" y="79057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0B65DF5-B693-4FAF-8107-F05ADC44A64C}"/>
              </a:ext>
            </a:extLst>
          </p:cNvPr>
          <p:cNvCxnSpPr>
            <a:cxnSpLocks/>
          </p:cNvCxnSpPr>
          <p:nvPr/>
        </p:nvCxnSpPr>
        <p:spPr>
          <a:xfrm>
            <a:off x="5153020" y="79057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196EADA-FACB-4AE3-B1D6-6DDF131500EB}"/>
              </a:ext>
            </a:extLst>
          </p:cNvPr>
          <p:cNvCxnSpPr>
            <a:cxnSpLocks/>
          </p:cNvCxnSpPr>
          <p:nvPr/>
        </p:nvCxnSpPr>
        <p:spPr>
          <a:xfrm flipV="1">
            <a:off x="5519734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AFB4B2A-9FFD-4233-9FF1-9A4C74DB2F1A}"/>
              </a:ext>
            </a:extLst>
          </p:cNvPr>
          <p:cNvCxnSpPr>
            <a:cxnSpLocks/>
          </p:cNvCxnSpPr>
          <p:nvPr/>
        </p:nvCxnSpPr>
        <p:spPr>
          <a:xfrm>
            <a:off x="5205408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FE5D1533-9409-43D8-AE02-9B27FAE977AD}"/>
              </a:ext>
            </a:extLst>
          </p:cNvPr>
          <p:cNvSpPr/>
          <p:nvPr/>
        </p:nvSpPr>
        <p:spPr>
          <a:xfrm>
            <a:off x="6169769" y="2465808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E847B36-7D8B-437B-BC4B-81410253A83F}"/>
              </a:ext>
            </a:extLst>
          </p:cNvPr>
          <p:cNvCxnSpPr>
            <a:cxnSpLocks/>
          </p:cNvCxnSpPr>
          <p:nvPr/>
        </p:nvCxnSpPr>
        <p:spPr>
          <a:xfrm flipV="1">
            <a:off x="7088974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1144538-5AF0-4B04-84B2-4505A0400C44}"/>
              </a:ext>
            </a:extLst>
          </p:cNvPr>
          <p:cNvCxnSpPr>
            <a:cxnSpLocks/>
          </p:cNvCxnSpPr>
          <p:nvPr/>
        </p:nvCxnSpPr>
        <p:spPr>
          <a:xfrm flipV="1">
            <a:off x="6303161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3282020-7642-4561-9DE9-9C908D77D184}"/>
              </a:ext>
            </a:extLst>
          </p:cNvPr>
          <p:cNvCxnSpPr>
            <a:cxnSpLocks/>
          </p:cNvCxnSpPr>
          <p:nvPr/>
        </p:nvCxnSpPr>
        <p:spPr>
          <a:xfrm flipV="1">
            <a:off x="6774650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C56B6DB-F5A9-4CB9-9081-5D9FEC3D4808}"/>
              </a:ext>
            </a:extLst>
          </p:cNvPr>
          <p:cNvCxnSpPr>
            <a:cxnSpLocks/>
          </p:cNvCxnSpPr>
          <p:nvPr/>
        </p:nvCxnSpPr>
        <p:spPr>
          <a:xfrm flipV="1">
            <a:off x="6460324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0E574A9-F13D-4D74-BDA6-02F3EF1C8B0E}"/>
              </a:ext>
            </a:extLst>
          </p:cNvPr>
          <p:cNvCxnSpPr>
            <a:cxnSpLocks/>
          </p:cNvCxnSpPr>
          <p:nvPr/>
        </p:nvCxnSpPr>
        <p:spPr>
          <a:xfrm flipV="1">
            <a:off x="6931813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6719352-9D63-4E76-BDA1-29623FBD5BA0}"/>
              </a:ext>
            </a:extLst>
          </p:cNvPr>
          <p:cNvCxnSpPr>
            <a:cxnSpLocks/>
          </p:cNvCxnSpPr>
          <p:nvPr/>
        </p:nvCxnSpPr>
        <p:spPr>
          <a:xfrm flipV="1">
            <a:off x="6617487" y="2514600"/>
            <a:ext cx="0" cy="1274016"/>
          </a:xfrm>
          <a:prstGeom prst="straightConnector1">
            <a:avLst/>
          </a:prstGeom>
          <a:ln w="539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DEAD5E83-DF63-450C-81FF-83E864047011}"/>
              </a:ext>
            </a:extLst>
          </p:cNvPr>
          <p:cNvSpPr/>
          <p:nvPr/>
        </p:nvSpPr>
        <p:spPr>
          <a:xfrm>
            <a:off x="4757690" y="4194595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5004693-2AEC-4F33-BB27-AA01265C7FE7}"/>
              </a:ext>
            </a:extLst>
          </p:cNvPr>
          <p:cNvSpPr/>
          <p:nvPr/>
        </p:nvSpPr>
        <p:spPr>
          <a:xfrm>
            <a:off x="6169769" y="4189833"/>
            <a:ext cx="1057275" cy="137160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F568E09-95AE-4D90-B812-895A5DA800F5}"/>
              </a:ext>
            </a:extLst>
          </p:cNvPr>
          <p:cNvCxnSpPr>
            <a:cxnSpLocks/>
          </p:cNvCxnSpPr>
          <p:nvPr/>
        </p:nvCxnSpPr>
        <p:spPr>
          <a:xfrm flipV="1">
            <a:off x="6690469" y="4238625"/>
            <a:ext cx="0" cy="1274016"/>
          </a:xfrm>
          <a:prstGeom prst="straightConnector1">
            <a:avLst/>
          </a:prstGeom>
          <a:ln w="1111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EC09D33-1100-4DF5-85AF-3754BD197E7B}"/>
              </a:ext>
            </a:extLst>
          </p:cNvPr>
          <p:cNvCxnSpPr>
            <a:cxnSpLocks/>
          </p:cNvCxnSpPr>
          <p:nvPr/>
        </p:nvCxnSpPr>
        <p:spPr>
          <a:xfrm flipV="1">
            <a:off x="5553069" y="423862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E0D1ABA-EA9C-4EB0-988D-A795DC84F2B4}"/>
              </a:ext>
            </a:extLst>
          </p:cNvPr>
          <p:cNvCxnSpPr>
            <a:cxnSpLocks/>
          </p:cNvCxnSpPr>
          <p:nvPr/>
        </p:nvCxnSpPr>
        <p:spPr>
          <a:xfrm flipV="1">
            <a:off x="5291132" y="423862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6B669F8-7082-4979-98DB-750D212FE012}"/>
              </a:ext>
            </a:extLst>
          </p:cNvPr>
          <p:cNvCxnSpPr>
            <a:cxnSpLocks/>
          </p:cNvCxnSpPr>
          <p:nvPr/>
        </p:nvCxnSpPr>
        <p:spPr>
          <a:xfrm flipV="1">
            <a:off x="5029194" y="4238625"/>
            <a:ext cx="0" cy="1274016"/>
          </a:xfrm>
          <a:prstGeom prst="straightConnector1">
            <a:avLst/>
          </a:prstGeom>
          <a:ln w="698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190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8404</TotalTime>
  <Words>11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OCR A Extended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Thommas Andersen</dc:creator>
  <cp:lastModifiedBy>Thommas Andersen</cp:lastModifiedBy>
  <cp:revision>34</cp:revision>
  <dcterms:created xsi:type="dcterms:W3CDTF">2021-03-24T17:41:43Z</dcterms:created>
  <dcterms:modified xsi:type="dcterms:W3CDTF">2021-04-06T14:27:47Z</dcterms:modified>
</cp:coreProperties>
</file>